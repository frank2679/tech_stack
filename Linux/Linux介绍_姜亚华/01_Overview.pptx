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6" r:id="rId3"/>
    <p:sldId id="257" r:id="rId4"/>
    <p:sldId id="258" r:id="rId5"/>
    <p:sldId id="261" r:id="rId6"/>
    <p:sldId id="260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72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5CBA2-B96B-4275-870E-C6E05F321750}" type="datetimeFigureOut">
              <a:rPr lang="zh-CN" altLang="en-US" smtClean="0"/>
              <a:t>2020/12/7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EDA52-A3C3-4030-A58A-4120810D2D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70356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5CBA2-B96B-4275-870E-C6E05F321750}" type="datetimeFigureOut">
              <a:rPr lang="zh-CN" altLang="en-US" smtClean="0"/>
              <a:t>2020/12/7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EDA52-A3C3-4030-A58A-4120810D2DB7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DFC5D7D1-8984-4689-8EAC-485FB125154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25100" y="342265"/>
            <a:ext cx="1619250" cy="447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0663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5CBA2-B96B-4275-870E-C6E05F321750}" type="datetimeFigureOut">
              <a:rPr lang="zh-CN" altLang="en-US" smtClean="0"/>
              <a:t>2020/12/7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EDA52-A3C3-4030-A58A-4120810D2D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6937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5CBA2-B96B-4275-870E-C6E05F321750}" type="datetimeFigureOut">
              <a:rPr lang="zh-CN" altLang="en-US" smtClean="0"/>
              <a:t>2020/12/7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EDA52-A3C3-4030-A58A-4120810D2D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2539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5CBA2-B96B-4275-870E-C6E05F321750}" type="datetimeFigureOut">
              <a:rPr lang="zh-CN" altLang="en-US" smtClean="0"/>
              <a:t>2020/12/7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EDA52-A3C3-4030-A58A-4120810D2D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90238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5CBA2-B96B-4275-870E-C6E05F321750}" type="datetimeFigureOut">
              <a:rPr lang="zh-CN" altLang="en-US" smtClean="0"/>
              <a:t>2020/12/7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EDA52-A3C3-4030-A58A-4120810D2D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8973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5CBA2-B96B-4275-870E-C6E05F321750}" type="datetimeFigureOut">
              <a:rPr lang="zh-CN" altLang="en-US" smtClean="0"/>
              <a:t>2020/12/7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EDA52-A3C3-4030-A58A-4120810D2D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73784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5CBA2-B96B-4275-870E-C6E05F321750}" type="datetimeFigureOut">
              <a:rPr lang="zh-CN" altLang="en-US" smtClean="0"/>
              <a:t>2020/12/7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EDA52-A3C3-4030-A58A-4120810D2D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77856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5CBA2-B96B-4275-870E-C6E05F321750}" type="datetimeFigureOut">
              <a:rPr lang="zh-CN" altLang="en-US" smtClean="0"/>
              <a:t>2020/12/7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EDA52-A3C3-4030-A58A-4120810D2D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3491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5CBA2-B96B-4275-870E-C6E05F321750}" type="datetimeFigureOut">
              <a:rPr lang="zh-CN" altLang="en-US" smtClean="0"/>
              <a:t>2020/12/7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EDA52-A3C3-4030-A58A-4120810D2D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4017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5CBA2-B96B-4275-870E-C6E05F321750}" type="datetimeFigureOut">
              <a:rPr lang="zh-CN" altLang="en-US" smtClean="0"/>
              <a:t>2020/12/7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EDA52-A3C3-4030-A58A-4120810D2D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6293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55CBA2-B96B-4275-870E-C6E05F321750}" type="datetimeFigureOut">
              <a:rPr lang="zh-CN" altLang="en-US" smtClean="0"/>
              <a:t>2020/12/7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BEDA52-A3C3-4030-A58A-4120810D2D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1670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3.e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ernel.org/" TargetMode="External"/><Relationship Id="rId2" Type="http://schemas.openxmlformats.org/officeDocument/2006/relationships/hyperlink" Target="https://git.savannah.gnu.org/git/grub.git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Plan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776192"/>
          </a:xfrm>
        </p:spPr>
        <p:txBody>
          <a:bodyPr/>
          <a:lstStyle/>
          <a:p>
            <a:pPr lvl="0"/>
            <a:r>
              <a:rPr lang="zh-CN" altLang="zh-CN" dirty="0"/>
              <a:t>程序的执行（</a:t>
            </a:r>
            <a:r>
              <a:rPr lang="en-US" altLang="zh-CN" dirty="0"/>
              <a:t>elf</a:t>
            </a:r>
            <a:r>
              <a:rPr lang="zh-CN" altLang="zh-CN" dirty="0"/>
              <a:t>文件格式，程序的加载过程）</a:t>
            </a:r>
          </a:p>
          <a:p>
            <a:pPr lvl="0"/>
            <a:r>
              <a:rPr lang="zh-CN" altLang="zh-CN" dirty="0"/>
              <a:t>内核基础（数据结构、设计模式、中断、软中断等）</a:t>
            </a:r>
          </a:p>
          <a:p>
            <a:pPr lvl="0"/>
            <a:r>
              <a:rPr lang="zh-CN" altLang="zh-CN" dirty="0"/>
              <a:t>内存管理（内存映射、</a:t>
            </a:r>
            <a:r>
              <a:rPr lang="en-US" altLang="zh-CN" dirty="0"/>
              <a:t>page fault</a:t>
            </a:r>
            <a:r>
              <a:rPr lang="zh-CN" altLang="zh-CN" dirty="0"/>
              <a:t>等）</a:t>
            </a:r>
          </a:p>
          <a:p>
            <a:pPr lvl="0"/>
            <a:r>
              <a:rPr lang="zh-CN" altLang="zh-CN" dirty="0"/>
              <a:t>进程管理（进程调度、进程通信等）</a:t>
            </a:r>
          </a:p>
          <a:p>
            <a:pPr lvl="0"/>
            <a:r>
              <a:rPr lang="zh-CN" altLang="zh-CN" dirty="0"/>
              <a:t>文件系统（</a:t>
            </a:r>
            <a:r>
              <a:rPr lang="en-US" altLang="zh-CN" dirty="0"/>
              <a:t>VFS</a:t>
            </a:r>
            <a:r>
              <a:rPr lang="zh-CN" altLang="zh-CN" dirty="0"/>
              <a:t>，</a:t>
            </a:r>
            <a:r>
              <a:rPr lang="en-US" altLang="zh-CN" dirty="0"/>
              <a:t>open</a:t>
            </a:r>
            <a:r>
              <a:rPr lang="zh-CN" altLang="zh-CN" dirty="0"/>
              <a:t>、</a:t>
            </a:r>
            <a:r>
              <a:rPr lang="en-US" altLang="zh-CN" dirty="0"/>
              <a:t>read</a:t>
            </a:r>
            <a:r>
              <a:rPr lang="zh-CN" altLang="zh-CN" dirty="0"/>
              <a:t>、</a:t>
            </a:r>
            <a:r>
              <a:rPr lang="en-US" altLang="zh-CN" dirty="0"/>
              <a:t>write</a:t>
            </a:r>
            <a:r>
              <a:rPr lang="zh-CN" altLang="zh-CN" dirty="0"/>
              <a:t>…</a:t>
            </a:r>
            <a:r>
              <a:rPr lang="zh-CN" altLang="zh-CN" dirty="0" smtClean="0"/>
              <a:t>）</a:t>
            </a:r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32761143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EDBAA-CF2F-45C9-8CB3-EE11AA788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Linux OS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FEB9F1-67F9-4651-9D51-A3F45E8E8E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bootloader (grub </a:t>
            </a:r>
            <a:r>
              <a:rPr lang="en-US" altLang="zh-CN" dirty="0" err="1" smtClean="0"/>
              <a:t>syslinux</a:t>
            </a:r>
            <a:r>
              <a:rPr lang="en-US" altLang="zh-CN" dirty="0" smtClean="0"/>
              <a:t>)</a:t>
            </a:r>
          </a:p>
          <a:p>
            <a:pPr lvl="1"/>
            <a:r>
              <a:rPr lang="zh-CN" altLang="zh-CN" dirty="0"/>
              <a:t>系统上电或者</a:t>
            </a:r>
            <a:r>
              <a:rPr lang="en-US" altLang="zh-CN" dirty="0"/>
              <a:t>BIOS</a:t>
            </a:r>
            <a:r>
              <a:rPr lang="zh-CN" altLang="zh-CN" dirty="0"/>
              <a:t>初始化完成后执行</a:t>
            </a:r>
            <a:endParaRPr lang="en-US" altLang="zh-CN" dirty="0" smtClean="0"/>
          </a:p>
          <a:p>
            <a:r>
              <a:rPr lang="en-US" dirty="0" smtClean="0"/>
              <a:t>Kernel</a:t>
            </a:r>
          </a:p>
          <a:p>
            <a:r>
              <a:rPr lang="en-US" dirty="0" err="1" smtClean="0"/>
              <a:t>init</a:t>
            </a:r>
            <a:endParaRPr lang="en-US" dirty="0" smtClean="0"/>
          </a:p>
          <a:p>
            <a:pPr lvl="1"/>
            <a:r>
              <a:rPr lang="en-US" altLang="zh-CN" dirty="0"/>
              <a:t>/</a:t>
            </a:r>
            <a:r>
              <a:rPr lang="en-US" altLang="zh-CN" dirty="0" err="1" smtClean="0"/>
              <a:t>sbin</a:t>
            </a:r>
            <a:r>
              <a:rPr lang="en-US" altLang="zh-CN" dirty="0" smtClean="0"/>
              <a:t>/</a:t>
            </a:r>
            <a:r>
              <a:rPr lang="en-US" altLang="zh-CN" dirty="0" err="1" smtClean="0"/>
              <a:t>init</a:t>
            </a:r>
            <a:r>
              <a:rPr lang="en-US" altLang="zh-CN" dirty="0" smtClean="0"/>
              <a:t>, </a:t>
            </a:r>
            <a:r>
              <a:rPr lang="en-US" altLang="zh-CN" dirty="0"/>
              <a:t>/</a:t>
            </a:r>
            <a:r>
              <a:rPr lang="en-US" altLang="zh-CN" dirty="0" err="1" smtClean="0"/>
              <a:t>etc</a:t>
            </a:r>
            <a:r>
              <a:rPr lang="en-US" altLang="zh-CN" dirty="0" smtClean="0"/>
              <a:t>/</a:t>
            </a:r>
            <a:r>
              <a:rPr lang="en-US" altLang="zh-CN" dirty="0" err="1" smtClean="0"/>
              <a:t>init</a:t>
            </a:r>
            <a:r>
              <a:rPr lang="en-US" altLang="zh-CN" dirty="0" smtClean="0"/>
              <a:t>, </a:t>
            </a:r>
            <a:r>
              <a:rPr lang="en-US" altLang="zh-CN" dirty="0"/>
              <a:t>/</a:t>
            </a:r>
            <a:r>
              <a:rPr lang="en-US" altLang="zh-CN" dirty="0" smtClean="0"/>
              <a:t>bin/</a:t>
            </a:r>
            <a:r>
              <a:rPr lang="en-US" altLang="zh-CN" dirty="0" err="1" smtClean="0"/>
              <a:t>init</a:t>
            </a:r>
            <a:r>
              <a:rPr lang="en-US" altLang="zh-CN" dirty="0" smtClean="0"/>
              <a:t>, </a:t>
            </a:r>
            <a:r>
              <a:rPr lang="en-US" altLang="zh-CN" dirty="0"/>
              <a:t>/</a:t>
            </a:r>
            <a:r>
              <a:rPr lang="en-US" altLang="zh-CN" dirty="0" smtClean="0"/>
              <a:t>bin/</a:t>
            </a:r>
            <a:r>
              <a:rPr lang="en-US" altLang="zh-CN" dirty="0" err="1" smtClean="0"/>
              <a:t>sh</a:t>
            </a:r>
            <a:endParaRPr lang="en-US" dirty="0" smtClean="0"/>
          </a:p>
          <a:p>
            <a:r>
              <a:rPr lang="en-US" dirty="0" smtClean="0"/>
              <a:t>lib (</a:t>
            </a:r>
            <a:r>
              <a:rPr lang="en-US" altLang="zh-CN" dirty="0" smtClean="0"/>
              <a:t>ld-linux.so, </a:t>
            </a:r>
            <a:r>
              <a:rPr lang="en-US" dirty="0" err="1" smtClean="0"/>
              <a:t>glibc</a:t>
            </a:r>
            <a:r>
              <a:rPr lang="en-US" dirty="0" smtClean="0"/>
              <a:t>, </a:t>
            </a:r>
            <a:r>
              <a:rPr lang="en-US" altLang="zh-CN" dirty="0"/>
              <a:t>Bionic</a:t>
            </a:r>
            <a:r>
              <a:rPr lang="en-US" dirty="0" smtClean="0"/>
              <a:t>)</a:t>
            </a:r>
          </a:p>
          <a:p>
            <a:r>
              <a:rPr lang="en-US" dirty="0" smtClean="0"/>
              <a:t>command and tool (</a:t>
            </a:r>
            <a:r>
              <a:rPr lang="en-US" dirty="0" err="1" smtClean="0"/>
              <a:t>coreutils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ls, echo, </a:t>
            </a:r>
            <a:r>
              <a:rPr lang="en-US" dirty="0" err="1" smtClean="0"/>
              <a:t>mkdir</a:t>
            </a:r>
            <a:r>
              <a:rPr lang="en-US" dirty="0" smtClean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2592672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25758-FCD9-40CA-B2E7-5F46F0D6F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Android</a:t>
            </a:r>
            <a:endParaRPr lang="en-US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4939747" y="140141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/>
          </p:nvPr>
        </p:nvGraphicFramePr>
        <p:xfrm>
          <a:off x="4174432" y="365125"/>
          <a:ext cx="5078897" cy="63801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" name="Visio" r:id="rId3" imgW="2819329" imgH="3543394" progId="Visio.Drawing.15">
                  <p:embed/>
                </p:oleObj>
              </mc:Choice>
              <mc:Fallback>
                <p:oleObj name="Visio" r:id="rId3" imgW="2819329" imgH="3543394" progId="Visio.Drawing.15">
                  <p:embed/>
                  <p:pic>
                    <p:nvPicPr>
                      <p:cNvPr id="5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74432" y="365125"/>
                        <a:ext cx="5078897" cy="638018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053126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A4700-4BDD-4AA9-A03F-646BEA729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5095088" y="252108"/>
            <a:ext cx="21784794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/>
          </p:nvPr>
        </p:nvGraphicFramePr>
        <p:xfrm>
          <a:off x="4776589" y="365125"/>
          <a:ext cx="4141380" cy="64106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8" name="Visio" r:id="rId3" imgW="1653575" imgH="2552873" progId="Visio.Drawing.15">
                  <p:embed/>
                </p:oleObj>
              </mc:Choice>
              <mc:Fallback>
                <p:oleObj name="Visio" r:id="rId3" imgW="1653575" imgH="2552873" progId="Visio.Drawing.15">
                  <p:embed/>
                  <p:pic>
                    <p:nvPicPr>
                      <p:cNvPr id="5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76589" y="365125"/>
                        <a:ext cx="4141380" cy="641062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496716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Example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4861" y="1862759"/>
            <a:ext cx="5712135" cy="3593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4948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EDBAA-CF2F-45C9-8CB3-EE11AA788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Links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FEB9F1-67F9-4651-9D51-A3F45E8E8E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grub </a:t>
            </a:r>
          </a:p>
          <a:p>
            <a:pPr lvl="1"/>
            <a:r>
              <a:rPr lang="en-US" altLang="zh-CN" dirty="0" smtClean="0">
                <a:hlinkClick r:id="rId2"/>
              </a:rPr>
              <a:t>https://git.savannah.gnu.org/git/grub.git</a:t>
            </a:r>
            <a:r>
              <a:rPr lang="en-US" altLang="zh-CN" dirty="0" smtClean="0"/>
              <a:t> </a:t>
            </a:r>
          </a:p>
          <a:p>
            <a:r>
              <a:rPr lang="en-US" dirty="0" smtClean="0"/>
              <a:t>Kernel</a:t>
            </a:r>
          </a:p>
          <a:p>
            <a:pPr lvl="1"/>
            <a:r>
              <a:rPr lang="en-US" dirty="0">
                <a:hlinkClick r:id="rId3"/>
              </a:rPr>
              <a:t>https://www.kernel.org</a:t>
            </a:r>
            <a:r>
              <a:rPr lang="en-US" dirty="0" smtClean="0">
                <a:hlinkClick r:id="rId3"/>
              </a:rPr>
              <a:t>/</a:t>
            </a:r>
            <a:r>
              <a:rPr lang="en-US" dirty="0" smtClean="0"/>
              <a:t> </a:t>
            </a:r>
          </a:p>
          <a:p>
            <a:r>
              <a:rPr lang="en-US" dirty="0" err="1" smtClean="0"/>
              <a:t>glibc</a:t>
            </a:r>
            <a:endParaRPr lang="en-US" dirty="0" smtClean="0"/>
          </a:p>
          <a:p>
            <a:pPr lvl="1"/>
            <a:r>
              <a:rPr lang="en-US" dirty="0"/>
              <a:t>git://sourceware.org/git/glibc.git</a:t>
            </a:r>
            <a:endParaRPr lang="en-US" dirty="0" smtClean="0"/>
          </a:p>
          <a:p>
            <a:r>
              <a:rPr lang="en-US" dirty="0" err="1" smtClean="0"/>
              <a:t>coreutils</a:t>
            </a:r>
            <a:endParaRPr lang="en-US" dirty="0" smtClean="0"/>
          </a:p>
          <a:p>
            <a:pPr lvl="1"/>
            <a:r>
              <a:rPr lang="en-US" dirty="0"/>
              <a:t>git://</a:t>
            </a:r>
            <a:r>
              <a:rPr lang="en-US" dirty="0" smtClean="0"/>
              <a:t>git.sv.gnu.org/coreutils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81073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127</Words>
  <Application>Microsoft Office PowerPoint</Application>
  <PresentationFormat>宽屏</PresentationFormat>
  <Paragraphs>27</Paragraphs>
  <Slides>6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等线</vt:lpstr>
      <vt:lpstr>等线 Light</vt:lpstr>
      <vt:lpstr>Arial</vt:lpstr>
      <vt:lpstr>Office 主题​​</vt:lpstr>
      <vt:lpstr>Visio</vt:lpstr>
      <vt:lpstr>Plan</vt:lpstr>
      <vt:lpstr>Linux OS</vt:lpstr>
      <vt:lpstr>Android</vt:lpstr>
      <vt:lpstr>Example</vt:lpstr>
      <vt:lpstr>Example</vt:lpstr>
      <vt:lpstr>Links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Linux OS</dc:title>
  <dc:creator>Yahuajiang(姜亚华)</dc:creator>
  <cp:lastModifiedBy>Yahuajiang(姜亚华)</cp:lastModifiedBy>
  <cp:revision>6</cp:revision>
  <dcterms:created xsi:type="dcterms:W3CDTF">2020-12-07T02:38:24Z</dcterms:created>
  <dcterms:modified xsi:type="dcterms:W3CDTF">2020-12-07T06:56:14Z</dcterms:modified>
</cp:coreProperties>
</file>